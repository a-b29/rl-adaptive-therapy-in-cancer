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MEDICINE — COURSE PROJECT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Adaptive Cancer Therapy Optimize?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63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cross-evaluation of reinforcement-learning reward objectives for adaptive therapy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794760"/>
            <a:ext cx="2743200" cy="0"/>
          </a:xfrm>
          <a:prstGeom prst="line">
            <a:avLst/>
          </a:prstGeom>
          <a:noFill/>
          <a:ln w="25400">
            <a:solidFill>
              <a:srgbClr val="0F6E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0233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[Names]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AI in Medicine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[Institution]   |   Instructor: [Instructor]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dosing selects for resistance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394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treated at maximum tolerated dose kills sensitive cells fast — but relieves competitive suppression on drug-resistant cells, which then expand unchecked.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therapy withholds or reduces drug periodically, keeping some sensitive cells alive to competitively suppress resistant ones — delaying progression rather than racing to eliminate the tumor.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64592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F4F6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clinical workflow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2240280"/>
            <a:ext cx="4754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MTD until progression, 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Fixed-schedule adaptive therapy (e.g. AT50: withdraw drug once burden halves, resume at baseline)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hand-designed rules, not learned policies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resistance-driven relapse is the dominant failure mode of cancer therapy; adaptive therapy is one of few strategies that treats evolution, not just tumor size, as the object to control.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papers, six objectives, zero comparisons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237744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2743200"/>
                <a:gridCol w="246888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Reward optimizes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Environment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Compares objectives?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Gallagher 2023/24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Survival + holiday bonus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2-pop LV (Strobl)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No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Giles &amp; Newton 2026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Coexistence (entropy)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Moran process, 3-pop simplex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No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Yao 2024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Durability (post-withdrawal regrowth)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ODE tumor-immune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No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Gluzman 2020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Dose + time penalty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Replicator EGT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No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Weaver 2024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1 − population fitness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Empirical fitness landscapes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No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297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objective is welded to its own bespoke environment — that welding is exactly why no paper has ever run the comparison.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Simulation, not a patient 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2-population Lotka-Volterra tumor model (Strobl 2021)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Growth/turnover/competition params fit to 67 real patients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patient-level records used directly by us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"Data" = simulated trajectories generated on-the-fly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F4F6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(MVP)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24028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proof-of-principle patient for training/evaluation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of virtual patients (parameter grid) — stretch goal only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AT50=672d benchmark params: not in our corpus PDF — pulling from author's GitHub before Week 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has run the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194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9748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objectives, 6 bespoke environments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136392" y="29260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10712" y="201168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4F6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47872" y="2194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269748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cross-compared; each only beats non-RL rules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998464" y="29260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72784" y="201168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0F6E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9944" y="2194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9944" y="269748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objectives into ONE shared environment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860536" y="29260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134856" y="201168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0F6E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72016" y="21945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272016" y="269748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how much policy — and outcome — changes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846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framing: this is a comparative/benchmarking contribution, not a new RL algorithm — the algorithm (PPO) is deliberately not the novelty claim.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TASK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decision-making, not classification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4F6F7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37744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state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(ODE)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260604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34640" y="237744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4F6F7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34640" y="237744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(S/K, R/K)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260604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20640" y="237744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0F6E5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0" y="237744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Policy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60604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406640" y="237744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4F6F7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237744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Withhold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260604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692640" y="237744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4F6F7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92640" y="237744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023360"/>
            <a:ext cx="11064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sensitive/resistant subpopulation sizes at each decision interval
</a:t>
            </a:r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/ withhold decision
</a:t>
            </a:r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type: 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decision process control — the reward function is the variable under study, not the algorithm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first, then comparison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 — Reproduce AT50=672d, CT=451d (correctness gate; nothing downstream trusted until this passes)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— Baseline suite: no-treatment, MTD, AT50, tuned AT-x sweep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— Value iteration per objective (own computable optimum, not a borrowed HJB solution)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— Train R1 (survival+holiday) and R3 (coexistence/entropy), 10 seeds each, MVP scope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 — Cross-evaluate every agent on every objective's metric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 — Policy divergence: switching threshold N*, pairwise KL divergence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vs. proposed approach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02336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Field-default (R1)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Proposed comparison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</a:rPr>
                        <a:t>Input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Tumor state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Same tumor state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</a:rPr>
                        <a:t>Objective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Survival + holiday bonus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R1 vs. R3 (coexistence) side by side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</a:rPr>
                        <a:t>Key assumption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TTP is the right target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Objective choice itself may not matter — testable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</a:rPr>
                        <a:t>Limitation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Never compared to alternatives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</a:rPr>
                        <a:t>Our modification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Retained as one arm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Shared environment, shared metrics, shared seeds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</a:rPr>
                        <a:t>Expected benefit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A2A2A"/>
                          </a:solidFill>
                        </a:rPr>
                        <a:t>Quantified cost of choosing the "wrong" objective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count as a real difference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time-to-progression, resistant-cell fraction, cumulative dose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Policy-space: sigmoid-fit switching threshold N*, pairwise KL divergence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Statistics: median + full seed distribution (never mean alone)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for a real finding: cross-objective difference must exceed within-objective seed-to-seed spread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is NOT "beats MTD" — a tuned heuristic and a computable optimum both exist, so that alone is table stakes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plan, MVP-scoped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589520" cy="4206240"/>
        </p:xfrm>
        <a:graphic>
          <a:graphicData uri="http://schemas.openxmlformats.org/drawingml/2006/table">
            <a:tbl>
              <a:tblPr/>
              <a:tblGrid>
                <a:gridCol w="1005840"/>
                <a:gridCol w="4297680"/>
                <a:gridCol w="228600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Weeks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Work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Deliverable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Environment + E0 correctness check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AT50=672d reproduced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Baseline suite (E1) + start value iteration (E2)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Baseline heatmap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3–4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PPO harness, train R1 (10 seeds)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R1 training stably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Implement + train R3 (10 seeds)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Two objectives trained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Cross-evaluation (E4)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Core result matrix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Policy divergence (E5), statistics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Divergence figure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Write-up, reproducibility package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2A2A"/>
                          </a:solidFill>
                        </a:rPr>
                        <a:t>Final report + deck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691640"/>
            <a:ext cx="3246120" cy="4206240"/>
          </a:xfrm>
          <a:prstGeom prst="roundRect">
            <a:avLst>
              <a:gd name="adj" fmla="val 2254"/>
            </a:avLst>
          </a:prstGeom>
          <a:solidFill>
            <a:srgbClr val="F4F6F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59536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2286000"/>
            <a:ext cx="2743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technical risk: R3's 50%-resistance degeneracy mistaken for a bug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is not a constraint — trains on CPU in hours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point: end of Week 4 — if R1 unstable, drop to baselines-only report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LIMITATIONS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expect, what we don't claim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4F6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quantified answer (either direction) on whether reward objective changes policy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Reusable, correctness-verified environment + cross-evaluation pipeline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documented, falsifiable null-result path if objectives converge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4F6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28600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Single-patient MVP; 2 of 4+ objectives compared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patient data — proof-of-concept only, zero clinical-applicability claims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spatial structure or pharmacokinetics (named future work)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literature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Gallagher et al., bioRxiv 2023.04.28.538766 — DRL for adaptive therapy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Strobl et al., Cancer Res. 2021;81(4):1135 — Lotka-Volterra model, patient fits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Giles &amp; Newton, Phys. Rev. E 2026;113:064404 — entropy/coexistence reward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et al., PLOS Comput. Biol. 2026;22(6):e1014457 — AT-PSC protocol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Gluzman et al., Proc. R. Soc. B 2020;287:20192454 — EGT dose-penalty objective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Yao et al., Brief. Bioinform. 2024 — durability/regrowth reward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Gevertz et al., npj Syst. Biol. Appl. 2026;12:11 — toxicity model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et al. — open-questions survey, control-target framing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2026-09-20T02:55:13Z</dcterms:created>
  <dcterms:modified xsi:type="dcterms:W3CDTF">2026-09-20T02:55:13Z</dcterms:modified>
</cp:coreProperties>
</file>